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6"/>
  </p:handout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0018713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74952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FA7296CB-8C24-4358-8F3D-4C3ECCCBF92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74952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72D2B5AE-2450-4079-A3BD-5E66D730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13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7488" y="1309688"/>
            <a:ext cx="10367961" cy="228576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dirty="0"/>
              <a:t>			    </a:t>
            </a:r>
            <a:br>
              <a:rPr lang="en-US" dirty="0"/>
            </a:b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Project Presentation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&lt;Title of the Project&gt;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SESSION 2026-27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/>
              <a:t>BCS 753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1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7528264" y="4128116"/>
            <a:ext cx="4474346" cy="1625816"/>
          </a:xfrm>
        </p:spPr>
        <p:txBody>
          <a:bodyPr/>
          <a:lstStyle/>
          <a:p>
            <a:pPr algn="l" eaLnBrk="1" hangingPunct="1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                     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052" name="Subtitle 2"/>
          <p:cNvSpPr txBox="1">
            <a:spLocks noChangeArrowheads="1"/>
          </p:cNvSpPr>
          <p:nvPr/>
        </p:nvSpPr>
        <p:spPr bwMode="auto">
          <a:xfrm>
            <a:off x="790281" y="4205055"/>
            <a:ext cx="5255412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– &lt;Name&gt; &lt;Roll No&gt;</a:t>
            </a:r>
          </a:p>
          <a:p>
            <a:pPr defTabSz="914400"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3" name="Title 1"/>
          <p:cNvSpPr txBox="1">
            <a:spLocks noChangeArrowheads="1"/>
          </p:cNvSpPr>
          <p:nvPr/>
        </p:nvSpPr>
        <p:spPr bwMode="auto">
          <a:xfrm>
            <a:off x="1487488" y="-3175"/>
            <a:ext cx="10367962" cy="1219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CE/IT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ABES Engineering College, Ghaziabad, UP</a:t>
            </a:r>
          </a:p>
        </p:txBody>
      </p:sp>
      <p:pic>
        <p:nvPicPr>
          <p:cNvPr id="205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150"/>
            <a:ext cx="1350963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1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4840" y="182880"/>
            <a:ext cx="13660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6" y="1097280"/>
            <a:ext cx="91226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Problem Statement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Objectives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Updated Methodology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Architecture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Dataset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Implementation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Results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Paper Submission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Remaining Work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>
                <a:latin typeface="Times New Roman"/>
              </a:defRPr>
            </a:pPr>
            <a:r>
              <a:rPr dirty="0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39559" y="182880"/>
            <a:ext cx="27166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Briefly explain the project problem and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13851" y="182880"/>
            <a:ext cx="15680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List 4–5 project objectives.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8799" y="182880"/>
            <a:ext cx="31181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Updated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Insert updated methodology flowchart.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73900" y="182880"/>
            <a:ext cx="28479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Insert architecture diagram with module description.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9417" y="182880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Mention dataset source, size, train-test split and preprocessing.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8811" y="182880"/>
            <a:ext cx="34981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Show 40–50% completed modules with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2223" y="182880"/>
            <a:ext cx="33913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Working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Insert screenshots of the working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97080" y="182880"/>
            <a:ext cx="28016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Insert graphs, tables and performance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81298" y="182880"/>
            <a:ext cx="38331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Research Paper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Paste conference name, submission ID and acknowledgement screenshot.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94" y="182880"/>
            <a:ext cx="2444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Mention pending modules and expected completion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7401" y="182880"/>
            <a:ext cx="16209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Mention challenges and proposed 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CE/IT | Review-2 | ABES Engineering College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90992" y="182880"/>
            <a:ext cx="16137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412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latin typeface="Times New Roman"/>
              </a:defRPr>
            </a:pPr>
            <a:r>
              <a:t>IEEE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0142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/>
              <a:t>Department of CE/IT | Review-2 | ABES Engineering College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312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       Project Presentation on &lt;Title of the Project&gt; SESSION 2026-27 BCS 753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Project Presentation on &lt;Title of the Project&gt; SESSION 2026-27 BCS 753</dc:title>
  <dc:subject/>
  <dc:creator/>
  <cp:keywords/>
  <dc:description>generated using python-pptx</dc:description>
  <cp:lastModifiedBy>Anamika Goel</cp:lastModifiedBy>
  <cp:revision>5</cp:revision>
  <cp:lastPrinted>2026-07-24T04:31:12Z</cp:lastPrinted>
  <dcterms:created xsi:type="dcterms:W3CDTF">2013-01-27T09:14:16Z</dcterms:created>
  <dcterms:modified xsi:type="dcterms:W3CDTF">2026-07-27T16:18:39Z</dcterms:modified>
  <cp:category/>
</cp:coreProperties>
</file>